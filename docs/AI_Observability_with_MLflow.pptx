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C27A26-4EE0-4B82-B0F5-AF7B02E879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DE147-11B6-4F05-9D87-FD5AC72152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2C13D-6289-4E09-A036-C8FADB1EFF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33074-D77C-48D7-B49E-6B1D6F6837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03F459-4147-4871-8D78-D4EBE3A354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48944-D0B6-4C81-899B-CCBB5BEE43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8EE96F-72C7-4A98-95A5-6B472255AC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5C2C8A-728D-4294-B08F-F799D0D881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83270D-0E71-4C3A-A172-ADB65BFBD0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4C5B25-908E-4DED-9809-7596997394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E3C5B3-44AA-4E98-BB8E-7369238D3D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LibreOffice_project/c44d3140fc62714965bf5d98735e0d79ba4b1ebd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pt-BR</dc:language>
  <cp:lastModifiedBy/>
  <dcterms:modified xsi:type="dcterms:W3CDTF">2026-06-23T10:16:06Z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